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ADF38-6BC5-4FAA-AF06-6A27893E3092}" type="datetimeFigureOut">
              <a:rPr lang="ko-KR" altLang="en-US" smtClean="0"/>
              <a:t>2020-09-18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0FDE-1F23-44C1-A0FE-45B118A29A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9/18/2020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동계 올림픽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2018 </a:t>
            </a:r>
            <a:r>
              <a:rPr lang="ko-KR" altLang="en-US" smtClean="0"/>
              <a:t>평창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150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평창 동계 올림픽</a:t>
            </a:r>
            <a:endParaRPr lang="ko-KR" altLang="en-US" b="0" i="0" u="none" strike="noStrike" kern="100" baseline="0" smtClean="0"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 동계올림픽대회 </a:t>
            </a:r>
          </a:p>
          <a:p>
            <a:pPr marR="0" lvl="1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세 번의 도전 끝에 제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123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차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IOC 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총회에서 과반 표를 획득하며 동계올림픽 개최지로 선정되어 대한민국 강원도 평창에서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2018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일부터 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일까지 개최</a:t>
            </a:r>
            <a:endParaRPr lang="ko-KR" altLang="en-US" b="0" i="0" u="none" strike="noStrike" kern="100" baseline="0" smtClean="0"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20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평창 동계 올림픽 종목</a:t>
            </a:r>
            <a:endParaRPr lang="ko-KR" altLang="en-US" b="0" i="0" u="none" strike="noStrike" kern="100" baseline="0" smtClean="0"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설상</a:t>
            </a:r>
          </a:p>
          <a:p>
            <a:pPr marR="0" lvl="1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알파인스키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크로스컨트리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스키점프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노르딕 복합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프리스타일 스키</a:t>
            </a:r>
            <a:r>
              <a:rPr lang="en-US" altLang="ko-KR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스노보드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바이애슬론</a:t>
            </a:r>
          </a:p>
          <a:p>
            <a:pPr marR="0" lvl="0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슬라이딩</a:t>
            </a:r>
          </a:p>
          <a:p>
            <a:pPr marR="0" lvl="1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봅슬레이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루지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스켈레톤</a:t>
            </a:r>
          </a:p>
          <a:p>
            <a:pPr marR="0" lvl="0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빙상</a:t>
            </a:r>
          </a:p>
          <a:p>
            <a:pPr marR="0" lvl="1" rtl="0"/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스피드스케이팅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피겨스케이팅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쇼트트랙 스피드스케이팅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아이스하키</a:t>
            </a:r>
            <a:r>
              <a:rPr lang="en-US" altLang="ko-KR" b="0" i="0" u="none" strike="noStrike" kern="100" baseline="0" smtClean="0">
                <a:latin typeface="Times New Roman" panose="02020603050405020304" pitchFamily="18" charset="0"/>
                <a:ea typeface="맑은 고딕" panose="020B0503020000020004" pitchFamily="50" charset="-127"/>
              </a:rPr>
              <a:t>,</a:t>
            </a:r>
            <a:r>
              <a:rPr lang="ko-KR" altLang="en-US" b="0" i="0" u="none" strike="noStrike" kern="100" baseline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컬링</a:t>
            </a:r>
            <a:endParaRPr lang="ko-KR" altLang="en-US" b="0" i="0" u="none" strike="noStrike" kern="100" baseline="0" smtClean="0"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2380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</TotalTime>
  <Words>75</Words>
  <Application>Microsoft Office PowerPoint</Application>
  <PresentationFormat>와이드스크린</PresentationFormat>
  <Paragraphs>12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HY얕은샘물M</vt:lpstr>
      <vt:lpstr>맑은 고딕</vt:lpstr>
      <vt:lpstr>Times New Roman</vt:lpstr>
      <vt:lpstr>Tw Cen MT</vt:lpstr>
      <vt:lpstr>Tw Cen MT Condensed</vt:lpstr>
      <vt:lpstr>Wingdings 3</vt:lpstr>
      <vt:lpstr>전체</vt:lpstr>
      <vt:lpstr>동계 올림픽</vt:lpstr>
      <vt:lpstr>평창 동계 올림픽</vt:lpstr>
      <vt:lpstr>평창 동계 올림픽 종목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동계 올림픽</dc:title>
  <dc:creator>mj</dc:creator>
  <cp:lastModifiedBy>mj</cp:lastModifiedBy>
  <cp:revision>3</cp:revision>
  <dcterms:created xsi:type="dcterms:W3CDTF">2020-09-18T06:00:05Z</dcterms:created>
  <dcterms:modified xsi:type="dcterms:W3CDTF">2020-09-18T06:16:02Z</dcterms:modified>
</cp:coreProperties>
</file>