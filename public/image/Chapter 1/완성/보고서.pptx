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44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9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48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85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35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21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36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75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3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20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7F23B-A87D-479B-B8B5-3D0CD1B29A29}" type="datetimeFigureOut">
              <a:rPr lang="ko-KR" altLang="en-US" smtClean="0"/>
              <a:t>2020-11-18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3BE38-18FB-4F47-B726-A17F695DA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17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2018 </a:t>
            </a:r>
            <a:r>
              <a:rPr lang="ko-KR" altLang="en-US" smtClean="0"/>
              <a:t>동계 올림픽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mtClean="0"/>
              <a:t>조직위원회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98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2018 동계 올림픽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 동계 올림픽</dc:title>
  <dc:creator>mj</dc:creator>
  <cp:lastModifiedBy>mj</cp:lastModifiedBy>
  <cp:revision>2</cp:revision>
  <dcterms:created xsi:type="dcterms:W3CDTF">2020-09-18T05:38:14Z</dcterms:created>
  <dcterms:modified xsi:type="dcterms:W3CDTF">2020-11-18T01:42:27Z</dcterms:modified>
</cp:coreProperties>
</file>