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64" r:id="rId1"/>
  </p:sldMasterIdLst>
  <p:notesMasterIdLst>
    <p:notesMasterId r:id="rId7"/>
  </p:notesMasterIdLst>
  <p:handoutMasterIdLst>
    <p:handoutMasterId r:id="rId8"/>
  </p:handout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39" autoAdjust="0"/>
    <p:restoredTop sz="94627" autoAdjust="0"/>
  </p:normalViewPr>
  <p:slideViewPr>
    <p:cSldViewPr snapToGrid="0">
      <p:cViewPr varScale="1">
        <p:scale>
          <a:sx n="57" d="100"/>
          <a:sy n="57" d="100"/>
        </p:scale>
        <p:origin x="108" y="5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9" d="100"/>
          <a:sy n="79" d="100"/>
        </p:scale>
        <p:origin x="61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D539F3C-755D-497B-A7E7-F4A732879430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pPr latinLnBrk="1"/>
          <a:endParaRPr lang="ko-KR" altLang="en-US"/>
        </a:p>
      </dgm:t>
    </dgm:pt>
    <dgm:pt modelId="{A51981C0-B7DE-4B0D-A1A7-5C80416F4ED1}">
      <dgm:prSet/>
      <dgm:spPr/>
      <dgm:t>
        <a:bodyPr/>
        <a:lstStyle/>
        <a:p>
          <a:pPr latinLnBrk="1"/>
          <a:r>
            <a:rPr lang="ko-KR"/>
            <a:t>제품에 표시된 인증정보</a:t>
          </a:r>
        </a:p>
      </dgm:t>
    </dgm:pt>
    <dgm:pt modelId="{4EF522FA-20E7-4AF7-900F-C647365E411B}" type="parTrans" cxnId="{EE7B94FD-658B-468F-8B6E-E10EE4123631}">
      <dgm:prSet/>
      <dgm:spPr/>
      <dgm:t>
        <a:bodyPr/>
        <a:lstStyle/>
        <a:p>
          <a:pPr latinLnBrk="1"/>
          <a:endParaRPr lang="ko-KR" altLang="en-US"/>
        </a:p>
      </dgm:t>
    </dgm:pt>
    <dgm:pt modelId="{A78952E3-3012-4045-96B1-7AB084C0C5B6}" type="sibTrans" cxnId="{EE7B94FD-658B-468F-8B6E-E10EE4123631}">
      <dgm:prSet/>
      <dgm:spPr/>
      <dgm:t>
        <a:bodyPr/>
        <a:lstStyle/>
        <a:p>
          <a:pPr latinLnBrk="1"/>
          <a:endParaRPr lang="ko-KR" altLang="en-US"/>
        </a:p>
      </dgm:t>
    </dgm:pt>
    <dgm:pt modelId="{442250A4-6039-4AD9-A57C-FA78663F5AE5}">
      <dgm:prSet/>
      <dgm:spPr/>
      <dgm:t>
        <a:bodyPr/>
        <a:lstStyle/>
        <a:p>
          <a:pPr latinLnBrk="1"/>
          <a:r>
            <a:rPr lang="ko-KR"/>
            <a:t>친환경 농산물 정보시스템</a:t>
          </a:r>
        </a:p>
      </dgm:t>
    </dgm:pt>
    <dgm:pt modelId="{4E4AED85-E388-4D7D-9FD6-00A99AD303B5}" type="parTrans" cxnId="{56E0D735-DB7D-4221-8539-5BDC56141265}">
      <dgm:prSet/>
      <dgm:spPr/>
      <dgm:t>
        <a:bodyPr/>
        <a:lstStyle/>
        <a:p>
          <a:pPr latinLnBrk="1"/>
          <a:endParaRPr lang="ko-KR" altLang="en-US"/>
        </a:p>
      </dgm:t>
    </dgm:pt>
    <dgm:pt modelId="{260CF841-AB04-4B87-A8A2-F828ACA39565}" type="sibTrans" cxnId="{56E0D735-DB7D-4221-8539-5BDC56141265}">
      <dgm:prSet/>
      <dgm:spPr/>
      <dgm:t>
        <a:bodyPr/>
        <a:lstStyle/>
        <a:p>
          <a:pPr latinLnBrk="1"/>
          <a:endParaRPr lang="ko-KR" altLang="en-US"/>
        </a:p>
      </dgm:t>
    </dgm:pt>
    <dgm:pt modelId="{01253323-3426-48DD-9701-5C74299F8B47}">
      <dgm:prSet/>
      <dgm:spPr/>
      <dgm:t>
        <a:bodyPr/>
        <a:lstStyle/>
        <a:p>
          <a:pPr latinLnBrk="1"/>
          <a:r>
            <a:rPr lang="ko-KR"/>
            <a:t>식품이력추척관리제</a:t>
          </a:r>
        </a:p>
      </dgm:t>
    </dgm:pt>
    <dgm:pt modelId="{6151AE68-C6E1-41D1-BEF7-4E2080671DF2}" type="parTrans" cxnId="{66DE4F95-63C3-46E9-9EEF-0C0864596ED9}">
      <dgm:prSet/>
      <dgm:spPr/>
      <dgm:t>
        <a:bodyPr/>
        <a:lstStyle/>
        <a:p>
          <a:pPr latinLnBrk="1"/>
          <a:endParaRPr lang="ko-KR" altLang="en-US"/>
        </a:p>
      </dgm:t>
    </dgm:pt>
    <dgm:pt modelId="{F4E48006-03D7-49AF-8681-B70D732C462C}" type="sibTrans" cxnId="{66DE4F95-63C3-46E9-9EEF-0C0864596ED9}">
      <dgm:prSet/>
      <dgm:spPr/>
      <dgm:t>
        <a:bodyPr/>
        <a:lstStyle/>
        <a:p>
          <a:pPr latinLnBrk="1"/>
          <a:endParaRPr lang="ko-KR" altLang="en-US"/>
        </a:p>
      </dgm:t>
    </dgm:pt>
    <dgm:pt modelId="{EB04481C-B5C3-4672-923F-6E5B6BCF70CA}">
      <dgm:prSet/>
      <dgm:spPr/>
      <dgm:t>
        <a:bodyPr/>
        <a:lstStyle/>
        <a:p>
          <a:pPr latinLnBrk="1"/>
          <a:r>
            <a:rPr lang="ko-KR"/>
            <a:t>탄소성적표지 인증제</a:t>
          </a:r>
        </a:p>
      </dgm:t>
    </dgm:pt>
    <dgm:pt modelId="{16E31EDA-4661-4260-ABEA-3DD94DCA1AC7}" type="parTrans" cxnId="{4E590AC5-E51D-462F-B140-01AB62930A22}">
      <dgm:prSet/>
      <dgm:spPr/>
      <dgm:t>
        <a:bodyPr/>
        <a:lstStyle/>
        <a:p>
          <a:pPr latinLnBrk="1"/>
          <a:endParaRPr lang="ko-KR" altLang="en-US"/>
        </a:p>
      </dgm:t>
    </dgm:pt>
    <dgm:pt modelId="{8560C552-1F4C-4CC1-B4CC-E935C35E90EC}" type="sibTrans" cxnId="{4E590AC5-E51D-462F-B140-01AB62930A22}">
      <dgm:prSet/>
      <dgm:spPr/>
      <dgm:t>
        <a:bodyPr/>
        <a:lstStyle/>
        <a:p>
          <a:pPr latinLnBrk="1"/>
          <a:endParaRPr lang="ko-KR" altLang="en-US"/>
        </a:p>
      </dgm:t>
    </dgm:pt>
    <dgm:pt modelId="{313FFD60-B7A4-415B-8440-31319CDC6E23}" type="pres">
      <dgm:prSet presAssocID="{2D539F3C-755D-497B-A7E7-F4A732879430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62B1777E-56A5-4820-B6BF-EC75989522D2}" type="pres">
      <dgm:prSet presAssocID="{A51981C0-B7DE-4B0D-A1A7-5C80416F4ED1}" presName="parentLin" presStyleCnt="0"/>
      <dgm:spPr/>
    </dgm:pt>
    <dgm:pt modelId="{59F24A44-A07D-421D-AB4D-F3B77F76ABD5}" type="pres">
      <dgm:prSet presAssocID="{A51981C0-B7DE-4B0D-A1A7-5C80416F4ED1}" presName="parentLeftMargin" presStyleLbl="node1" presStyleIdx="0" presStyleCnt="4"/>
      <dgm:spPr/>
      <dgm:t>
        <a:bodyPr/>
        <a:lstStyle/>
        <a:p>
          <a:pPr latinLnBrk="1"/>
          <a:endParaRPr lang="ko-KR" altLang="en-US"/>
        </a:p>
      </dgm:t>
    </dgm:pt>
    <dgm:pt modelId="{7ED7D03A-20F3-4644-92F3-E0EF5994D500}" type="pres">
      <dgm:prSet presAssocID="{A51981C0-B7DE-4B0D-A1A7-5C80416F4ED1}" presName="parentText" presStyleLbl="node1" presStyleIdx="0" presStyleCnt="4">
        <dgm:presLayoutVars>
          <dgm:chMax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E124AD95-D00A-49EB-8D42-774150597A22}" type="pres">
      <dgm:prSet presAssocID="{A51981C0-B7DE-4B0D-A1A7-5C80416F4ED1}" presName="negativeSpace" presStyleCnt="0"/>
      <dgm:spPr/>
    </dgm:pt>
    <dgm:pt modelId="{D657BCA5-6C9D-4C79-B2B4-7645DFCDC849}" type="pres">
      <dgm:prSet presAssocID="{A51981C0-B7DE-4B0D-A1A7-5C80416F4ED1}" presName="childText" presStyleLbl="conFgAcc1" presStyleIdx="0" presStyleCnt="4">
        <dgm:presLayoutVars>
          <dgm:bulletEnabled val="1"/>
        </dgm:presLayoutVars>
      </dgm:prSet>
      <dgm:spPr/>
    </dgm:pt>
    <dgm:pt modelId="{8D28DC07-CDB8-4320-A66B-5EB8A0340BE0}" type="pres">
      <dgm:prSet presAssocID="{A78952E3-3012-4045-96B1-7AB084C0C5B6}" presName="spaceBetweenRectangles" presStyleCnt="0"/>
      <dgm:spPr/>
    </dgm:pt>
    <dgm:pt modelId="{C0670B44-FE9E-47D0-B82B-C009B1E66732}" type="pres">
      <dgm:prSet presAssocID="{442250A4-6039-4AD9-A57C-FA78663F5AE5}" presName="parentLin" presStyleCnt="0"/>
      <dgm:spPr/>
    </dgm:pt>
    <dgm:pt modelId="{F8CF0A89-CAD6-4090-A64B-5DC2B23C881D}" type="pres">
      <dgm:prSet presAssocID="{442250A4-6039-4AD9-A57C-FA78663F5AE5}" presName="parentLeftMargin" presStyleLbl="node1" presStyleIdx="0" presStyleCnt="4"/>
      <dgm:spPr/>
      <dgm:t>
        <a:bodyPr/>
        <a:lstStyle/>
        <a:p>
          <a:pPr latinLnBrk="1"/>
          <a:endParaRPr lang="ko-KR" altLang="en-US"/>
        </a:p>
      </dgm:t>
    </dgm:pt>
    <dgm:pt modelId="{95E4FBDF-7CAE-4085-B4A4-A4CF69BDF453}" type="pres">
      <dgm:prSet presAssocID="{442250A4-6039-4AD9-A57C-FA78663F5AE5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DA5FA0A4-F32E-4C4B-BB3D-9D240EF91095}" type="pres">
      <dgm:prSet presAssocID="{442250A4-6039-4AD9-A57C-FA78663F5AE5}" presName="negativeSpace" presStyleCnt="0"/>
      <dgm:spPr/>
    </dgm:pt>
    <dgm:pt modelId="{F9FE92E7-7D4E-4E6F-A6C6-2C07BCF46EC4}" type="pres">
      <dgm:prSet presAssocID="{442250A4-6039-4AD9-A57C-FA78663F5AE5}" presName="childText" presStyleLbl="conFgAcc1" presStyleIdx="1" presStyleCnt="4">
        <dgm:presLayoutVars>
          <dgm:bulletEnabled val="1"/>
        </dgm:presLayoutVars>
      </dgm:prSet>
      <dgm:spPr/>
    </dgm:pt>
    <dgm:pt modelId="{94E4DE12-75F1-4CF5-9014-46A8A49B9F96}" type="pres">
      <dgm:prSet presAssocID="{260CF841-AB04-4B87-A8A2-F828ACA39565}" presName="spaceBetweenRectangles" presStyleCnt="0"/>
      <dgm:spPr/>
    </dgm:pt>
    <dgm:pt modelId="{A5AA043F-5968-4CD6-8E77-DB7342EEB027}" type="pres">
      <dgm:prSet presAssocID="{01253323-3426-48DD-9701-5C74299F8B47}" presName="parentLin" presStyleCnt="0"/>
      <dgm:spPr/>
    </dgm:pt>
    <dgm:pt modelId="{9370278F-6B96-408F-880E-BCA73DCE5918}" type="pres">
      <dgm:prSet presAssocID="{01253323-3426-48DD-9701-5C74299F8B47}" presName="parentLeftMargin" presStyleLbl="node1" presStyleIdx="1" presStyleCnt="4"/>
      <dgm:spPr/>
      <dgm:t>
        <a:bodyPr/>
        <a:lstStyle/>
        <a:p>
          <a:pPr latinLnBrk="1"/>
          <a:endParaRPr lang="ko-KR" altLang="en-US"/>
        </a:p>
      </dgm:t>
    </dgm:pt>
    <dgm:pt modelId="{8025EC52-DE35-4187-B5D3-122AB90B6140}" type="pres">
      <dgm:prSet presAssocID="{01253323-3426-48DD-9701-5C74299F8B47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22D3274C-FB52-4F7F-9CE4-32FAF3AB160C}" type="pres">
      <dgm:prSet presAssocID="{01253323-3426-48DD-9701-5C74299F8B47}" presName="negativeSpace" presStyleCnt="0"/>
      <dgm:spPr/>
    </dgm:pt>
    <dgm:pt modelId="{7BD9095D-1929-40DC-B030-23ACF8F3470B}" type="pres">
      <dgm:prSet presAssocID="{01253323-3426-48DD-9701-5C74299F8B47}" presName="childText" presStyleLbl="conFgAcc1" presStyleIdx="2" presStyleCnt="4">
        <dgm:presLayoutVars>
          <dgm:bulletEnabled val="1"/>
        </dgm:presLayoutVars>
      </dgm:prSet>
      <dgm:spPr/>
    </dgm:pt>
    <dgm:pt modelId="{AA6400F5-8397-430F-9107-29013BEB08DA}" type="pres">
      <dgm:prSet presAssocID="{F4E48006-03D7-49AF-8681-B70D732C462C}" presName="spaceBetweenRectangles" presStyleCnt="0"/>
      <dgm:spPr/>
    </dgm:pt>
    <dgm:pt modelId="{F04A9AD2-0912-4A00-A337-F0C69EEC4E17}" type="pres">
      <dgm:prSet presAssocID="{EB04481C-B5C3-4672-923F-6E5B6BCF70CA}" presName="parentLin" presStyleCnt="0"/>
      <dgm:spPr/>
    </dgm:pt>
    <dgm:pt modelId="{585B1E6E-A765-4DC7-AB3C-47968DF2BA1F}" type="pres">
      <dgm:prSet presAssocID="{EB04481C-B5C3-4672-923F-6E5B6BCF70CA}" presName="parentLeftMargin" presStyleLbl="node1" presStyleIdx="2" presStyleCnt="4"/>
      <dgm:spPr/>
      <dgm:t>
        <a:bodyPr/>
        <a:lstStyle/>
        <a:p>
          <a:pPr latinLnBrk="1"/>
          <a:endParaRPr lang="ko-KR" altLang="en-US"/>
        </a:p>
      </dgm:t>
    </dgm:pt>
    <dgm:pt modelId="{09BBD5DC-486C-4DF7-936A-618AC246718D}" type="pres">
      <dgm:prSet presAssocID="{EB04481C-B5C3-4672-923F-6E5B6BCF70CA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CAA6B8E2-E643-4100-A9E9-19AF5000D6FB}" type="pres">
      <dgm:prSet presAssocID="{EB04481C-B5C3-4672-923F-6E5B6BCF70CA}" presName="negativeSpace" presStyleCnt="0"/>
      <dgm:spPr/>
    </dgm:pt>
    <dgm:pt modelId="{9EAEF304-75B3-4CEF-8EE0-3EBE02F24980}" type="pres">
      <dgm:prSet presAssocID="{EB04481C-B5C3-4672-923F-6E5B6BCF70CA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56E0D735-DB7D-4221-8539-5BDC56141265}" srcId="{2D539F3C-755D-497B-A7E7-F4A732879430}" destId="{442250A4-6039-4AD9-A57C-FA78663F5AE5}" srcOrd="1" destOrd="0" parTransId="{4E4AED85-E388-4D7D-9FD6-00A99AD303B5}" sibTransId="{260CF841-AB04-4B87-A8A2-F828ACA39565}"/>
    <dgm:cxn modelId="{3009038E-BDAA-4F6E-94C5-BE04E8B1A4A7}" type="presOf" srcId="{EB04481C-B5C3-4672-923F-6E5B6BCF70CA}" destId="{09BBD5DC-486C-4DF7-936A-618AC246718D}" srcOrd="1" destOrd="0" presId="urn:microsoft.com/office/officeart/2005/8/layout/list1"/>
    <dgm:cxn modelId="{EE7B94FD-658B-468F-8B6E-E10EE4123631}" srcId="{2D539F3C-755D-497B-A7E7-F4A732879430}" destId="{A51981C0-B7DE-4B0D-A1A7-5C80416F4ED1}" srcOrd="0" destOrd="0" parTransId="{4EF522FA-20E7-4AF7-900F-C647365E411B}" sibTransId="{A78952E3-3012-4045-96B1-7AB084C0C5B6}"/>
    <dgm:cxn modelId="{00A48ABB-3F7F-47F5-90A0-C931A2C44A31}" type="presOf" srcId="{EB04481C-B5C3-4672-923F-6E5B6BCF70CA}" destId="{585B1E6E-A765-4DC7-AB3C-47968DF2BA1F}" srcOrd="0" destOrd="0" presId="urn:microsoft.com/office/officeart/2005/8/layout/list1"/>
    <dgm:cxn modelId="{70402F66-DC7D-40AE-9FD6-3E073B0A0C77}" type="presOf" srcId="{01253323-3426-48DD-9701-5C74299F8B47}" destId="{9370278F-6B96-408F-880E-BCA73DCE5918}" srcOrd="0" destOrd="0" presId="urn:microsoft.com/office/officeart/2005/8/layout/list1"/>
    <dgm:cxn modelId="{23226493-2329-4EFF-B253-2207FE498446}" type="presOf" srcId="{01253323-3426-48DD-9701-5C74299F8B47}" destId="{8025EC52-DE35-4187-B5D3-122AB90B6140}" srcOrd="1" destOrd="0" presId="urn:microsoft.com/office/officeart/2005/8/layout/list1"/>
    <dgm:cxn modelId="{66DE4F95-63C3-46E9-9EEF-0C0864596ED9}" srcId="{2D539F3C-755D-497B-A7E7-F4A732879430}" destId="{01253323-3426-48DD-9701-5C74299F8B47}" srcOrd="2" destOrd="0" parTransId="{6151AE68-C6E1-41D1-BEF7-4E2080671DF2}" sibTransId="{F4E48006-03D7-49AF-8681-B70D732C462C}"/>
    <dgm:cxn modelId="{52CE0653-941B-4BEE-BC66-67D74DC8083F}" type="presOf" srcId="{A51981C0-B7DE-4B0D-A1A7-5C80416F4ED1}" destId="{59F24A44-A07D-421D-AB4D-F3B77F76ABD5}" srcOrd="0" destOrd="0" presId="urn:microsoft.com/office/officeart/2005/8/layout/list1"/>
    <dgm:cxn modelId="{1F9C5B2E-9BCD-4DBC-8AD9-7B2D5D6F923E}" type="presOf" srcId="{442250A4-6039-4AD9-A57C-FA78663F5AE5}" destId="{95E4FBDF-7CAE-4085-B4A4-A4CF69BDF453}" srcOrd="1" destOrd="0" presId="urn:microsoft.com/office/officeart/2005/8/layout/list1"/>
    <dgm:cxn modelId="{CB0E3B54-AE19-4ADD-ABF5-953FE0F37BFF}" type="presOf" srcId="{442250A4-6039-4AD9-A57C-FA78663F5AE5}" destId="{F8CF0A89-CAD6-4090-A64B-5DC2B23C881D}" srcOrd="0" destOrd="0" presId="urn:microsoft.com/office/officeart/2005/8/layout/list1"/>
    <dgm:cxn modelId="{F89E8616-2180-40C9-8939-B14813A1620E}" type="presOf" srcId="{2D539F3C-755D-497B-A7E7-F4A732879430}" destId="{313FFD60-B7A4-415B-8440-31319CDC6E23}" srcOrd="0" destOrd="0" presId="urn:microsoft.com/office/officeart/2005/8/layout/list1"/>
    <dgm:cxn modelId="{4E590AC5-E51D-462F-B140-01AB62930A22}" srcId="{2D539F3C-755D-497B-A7E7-F4A732879430}" destId="{EB04481C-B5C3-4672-923F-6E5B6BCF70CA}" srcOrd="3" destOrd="0" parTransId="{16E31EDA-4661-4260-ABEA-3DD94DCA1AC7}" sibTransId="{8560C552-1F4C-4CC1-B4CC-E935C35E90EC}"/>
    <dgm:cxn modelId="{A3984DF4-116C-446C-ADCE-9AD921620C35}" type="presOf" srcId="{A51981C0-B7DE-4B0D-A1A7-5C80416F4ED1}" destId="{7ED7D03A-20F3-4644-92F3-E0EF5994D500}" srcOrd="1" destOrd="0" presId="urn:microsoft.com/office/officeart/2005/8/layout/list1"/>
    <dgm:cxn modelId="{B1B5FA23-5D9D-40B9-9EEC-5833B9511EC7}" type="presParOf" srcId="{313FFD60-B7A4-415B-8440-31319CDC6E23}" destId="{62B1777E-56A5-4820-B6BF-EC75989522D2}" srcOrd="0" destOrd="0" presId="urn:microsoft.com/office/officeart/2005/8/layout/list1"/>
    <dgm:cxn modelId="{A79653A8-1033-40C1-AB5B-F163B08DECF3}" type="presParOf" srcId="{62B1777E-56A5-4820-B6BF-EC75989522D2}" destId="{59F24A44-A07D-421D-AB4D-F3B77F76ABD5}" srcOrd="0" destOrd="0" presId="urn:microsoft.com/office/officeart/2005/8/layout/list1"/>
    <dgm:cxn modelId="{DE0C8460-7C68-42CE-8CE1-642663868931}" type="presParOf" srcId="{62B1777E-56A5-4820-B6BF-EC75989522D2}" destId="{7ED7D03A-20F3-4644-92F3-E0EF5994D500}" srcOrd="1" destOrd="0" presId="urn:microsoft.com/office/officeart/2005/8/layout/list1"/>
    <dgm:cxn modelId="{EAF2F664-4276-4F31-B702-3A3E56D3A882}" type="presParOf" srcId="{313FFD60-B7A4-415B-8440-31319CDC6E23}" destId="{E124AD95-D00A-49EB-8D42-774150597A22}" srcOrd="1" destOrd="0" presId="urn:microsoft.com/office/officeart/2005/8/layout/list1"/>
    <dgm:cxn modelId="{E449157E-6EBA-4E7E-AAFA-4A98EDCA781C}" type="presParOf" srcId="{313FFD60-B7A4-415B-8440-31319CDC6E23}" destId="{D657BCA5-6C9D-4C79-B2B4-7645DFCDC849}" srcOrd="2" destOrd="0" presId="urn:microsoft.com/office/officeart/2005/8/layout/list1"/>
    <dgm:cxn modelId="{F53020FF-1826-435B-848A-EC93A472724D}" type="presParOf" srcId="{313FFD60-B7A4-415B-8440-31319CDC6E23}" destId="{8D28DC07-CDB8-4320-A66B-5EB8A0340BE0}" srcOrd="3" destOrd="0" presId="urn:microsoft.com/office/officeart/2005/8/layout/list1"/>
    <dgm:cxn modelId="{9FCDE7F1-336A-4C62-8E83-5AED453D94AF}" type="presParOf" srcId="{313FFD60-B7A4-415B-8440-31319CDC6E23}" destId="{C0670B44-FE9E-47D0-B82B-C009B1E66732}" srcOrd="4" destOrd="0" presId="urn:microsoft.com/office/officeart/2005/8/layout/list1"/>
    <dgm:cxn modelId="{0D42CEF8-73C1-442F-B711-B6CA24C3E4FE}" type="presParOf" srcId="{C0670B44-FE9E-47D0-B82B-C009B1E66732}" destId="{F8CF0A89-CAD6-4090-A64B-5DC2B23C881D}" srcOrd="0" destOrd="0" presId="urn:microsoft.com/office/officeart/2005/8/layout/list1"/>
    <dgm:cxn modelId="{5E47F6D6-B725-48FC-8DE5-C834E120066D}" type="presParOf" srcId="{C0670B44-FE9E-47D0-B82B-C009B1E66732}" destId="{95E4FBDF-7CAE-4085-B4A4-A4CF69BDF453}" srcOrd="1" destOrd="0" presId="urn:microsoft.com/office/officeart/2005/8/layout/list1"/>
    <dgm:cxn modelId="{67C75942-040A-46D5-A801-67FC3CA6649F}" type="presParOf" srcId="{313FFD60-B7A4-415B-8440-31319CDC6E23}" destId="{DA5FA0A4-F32E-4C4B-BB3D-9D240EF91095}" srcOrd="5" destOrd="0" presId="urn:microsoft.com/office/officeart/2005/8/layout/list1"/>
    <dgm:cxn modelId="{2B63EA85-96C0-446F-8059-46546A5E5804}" type="presParOf" srcId="{313FFD60-B7A4-415B-8440-31319CDC6E23}" destId="{F9FE92E7-7D4E-4E6F-A6C6-2C07BCF46EC4}" srcOrd="6" destOrd="0" presId="urn:microsoft.com/office/officeart/2005/8/layout/list1"/>
    <dgm:cxn modelId="{ED6EE5D5-1D37-4256-B624-CB68D666A53B}" type="presParOf" srcId="{313FFD60-B7A4-415B-8440-31319CDC6E23}" destId="{94E4DE12-75F1-4CF5-9014-46A8A49B9F96}" srcOrd="7" destOrd="0" presId="urn:microsoft.com/office/officeart/2005/8/layout/list1"/>
    <dgm:cxn modelId="{AEE08FB6-309A-4490-914A-1686BFDC285A}" type="presParOf" srcId="{313FFD60-B7A4-415B-8440-31319CDC6E23}" destId="{A5AA043F-5968-4CD6-8E77-DB7342EEB027}" srcOrd="8" destOrd="0" presId="urn:microsoft.com/office/officeart/2005/8/layout/list1"/>
    <dgm:cxn modelId="{1D8C1EB1-8615-48FD-B9F0-F656B1FA643B}" type="presParOf" srcId="{A5AA043F-5968-4CD6-8E77-DB7342EEB027}" destId="{9370278F-6B96-408F-880E-BCA73DCE5918}" srcOrd="0" destOrd="0" presId="urn:microsoft.com/office/officeart/2005/8/layout/list1"/>
    <dgm:cxn modelId="{77786943-BBE9-46A2-8C3C-89EAA32442BB}" type="presParOf" srcId="{A5AA043F-5968-4CD6-8E77-DB7342EEB027}" destId="{8025EC52-DE35-4187-B5D3-122AB90B6140}" srcOrd="1" destOrd="0" presId="urn:microsoft.com/office/officeart/2005/8/layout/list1"/>
    <dgm:cxn modelId="{D0CC0652-50A2-421E-84F4-554AA0BAD82C}" type="presParOf" srcId="{313FFD60-B7A4-415B-8440-31319CDC6E23}" destId="{22D3274C-FB52-4F7F-9CE4-32FAF3AB160C}" srcOrd="9" destOrd="0" presId="urn:microsoft.com/office/officeart/2005/8/layout/list1"/>
    <dgm:cxn modelId="{307B580C-2C88-44D0-BCB7-61A154A6D335}" type="presParOf" srcId="{313FFD60-B7A4-415B-8440-31319CDC6E23}" destId="{7BD9095D-1929-40DC-B030-23ACF8F3470B}" srcOrd="10" destOrd="0" presId="urn:microsoft.com/office/officeart/2005/8/layout/list1"/>
    <dgm:cxn modelId="{1C38F256-71AF-4087-9AFC-E00F930AB277}" type="presParOf" srcId="{313FFD60-B7A4-415B-8440-31319CDC6E23}" destId="{AA6400F5-8397-430F-9107-29013BEB08DA}" srcOrd="11" destOrd="0" presId="urn:microsoft.com/office/officeart/2005/8/layout/list1"/>
    <dgm:cxn modelId="{65418A75-C0EB-49E2-BC63-B39E0B3B3DE5}" type="presParOf" srcId="{313FFD60-B7A4-415B-8440-31319CDC6E23}" destId="{F04A9AD2-0912-4A00-A337-F0C69EEC4E17}" srcOrd="12" destOrd="0" presId="urn:microsoft.com/office/officeart/2005/8/layout/list1"/>
    <dgm:cxn modelId="{226C1D18-7393-43E2-B8C5-A63D54A1A7FA}" type="presParOf" srcId="{F04A9AD2-0912-4A00-A337-F0C69EEC4E17}" destId="{585B1E6E-A765-4DC7-AB3C-47968DF2BA1F}" srcOrd="0" destOrd="0" presId="urn:microsoft.com/office/officeart/2005/8/layout/list1"/>
    <dgm:cxn modelId="{6EC89B7F-07E8-4484-B7B9-E8783DD6E591}" type="presParOf" srcId="{F04A9AD2-0912-4A00-A337-F0C69EEC4E17}" destId="{09BBD5DC-486C-4DF7-936A-618AC246718D}" srcOrd="1" destOrd="0" presId="urn:microsoft.com/office/officeart/2005/8/layout/list1"/>
    <dgm:cxn modelId="{3A111AA7-8198-4122-BFE4-3ACD79415239}" type="presParOf" srcId="{313FFD60-B7A4-415B-8440-31319CDC6E23}" destId="{CAA6B8E2-E643-4100-A9E9-19AF5000D6FB}" srcOrd="13" destOrd="0" presId="urn:microsoft.com/office/officeart/2005/8/layout/list1"/>
    <dgm:cxn modelId="{777225D1-86A0-40C9-B516-07A5E6B0D7A6}" type="presParOf" srcId="{313FFD60-B7A4-415B-8440-31319CDC6E23}" destId="{9EAEF304-75B3-4CEF-8EE0-3EBE02F24980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57BCA5-6C9D-4C79-B2B4-7645DFCDC849}">
      <dsp:nvSpPr>
        <dsp:cNvPr id="0" name=""/>
        <dsp:cNvSpPr/>
      </dsp:nvSpPr>
      <dsp:spPr>
        <a:xfrm>
          <a:off x="0" y="320178"/>
          <a:ext cx="10363200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D7D03A-20F3-4644-92F3-E0EF5994D500}">
      <dsp:nvSpPr>
        <dsp:cNvPr id="0" name=""/>
        <dsp:cNvSpPr/>
      </dsp:nvSpPr>
      <dsp:spPr>
        <a:xfrm>
          <a:off x="518160" y="39738"/>
          <a:ext cx="7254240" cy="5608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4193" tIns="0" rIns="274193" bIns="0" numCol="1" spcCol="1270" anchor="ctr" anchorCtr="0">
          <a:noAutofit/>
        </a:bodyPr>
        <a:lstStyle/>
        <a:p>
          <a:pPr lvl="0" algn="l" defTabSz="8445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900" kern="1200"/>
            <a:t>제품에 표시된 인증정보</a:t>
          </a:r>
        </a:p>
      </dsp:txBody>
      <dsp:txXfrm>
        <a:off x="545540" y="67118"/>
        <a:ext cx="7199480" cy="506120"/>
      </dsp:txXfrm>
    </dsp:sp>
    <dsp:sp modelId="{F9FE92E7-7D4E-4E6F-A6C6-2C07BCF46EC4}">
      <dsp:nvSpPr>
        <dsp:cNvPr id="0" name=""/>
        <dsp:cNvSpPr/>
      </dsp:nvSpPr>
      <dsp:spPr>
        <a:xfrm>
          <a:off x="0" y="1182018"/>
          <a:ext cx="10363200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E4FBDF-7CAE-4085-B4A4-A4CF69BDF453}">
      <dsp:nvSpPr>
        <dsp:cNvPr id="0" name=""/>
        <dsp:cNvSpPr/>
      </dsp:nvSpPr>
      <dsp:spPr>
        <a:xfrm>
          <a:off x="518160" y="901578"/>
          <a:ext cx="7254240" cy="5608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4193" tIns="0" rIns="274193" bIns="0" numCol="1" spcCol="1270" anchor="ctr" anchorCtr="0">
          <a:noAutofit/>
        </a:bodyPr>
        <a:lstStyle/>
        <a:p>
          <a:pPr lvl="0" algn="l" defTabSz="8445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900" kern="1200"/>
            <a:t>친환경 농산물 정보시스템</a:t>
          </a:r>
        </a:p>
      </dsp:txBody>
      <dsp:txXfrm>
        <a:off x="545540" y="928958"/>
        <a:ext cx="7199480" cy="506120"/>
      </dsp:txXfrm>
    </dsp:sp>
    <dsp:sp modelId="{7BD9095D-1929-40DC-B030-23ACF8F3470B}">
      <dsp:nvSpPr>
        <dsp:cNvPr id="0" name=""/>
        <dsp:cNvSpPr/>
      </dsp:nvSpPr>
      <dsp:spPr>
        <a:xfrm>
          <a:off x="0" y="2043858"/>
          <a:ext cx="10363200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025EC52-DE35-4187-B5D3-122AB90B6140}">
      <dsp:nvSpPr>
        <dsp:cNvPr id="0" name=""/>
        <dsp:cNvSpPr/>
      </dsp:nvSpPr>
      <dsp:spPr>
        <a:xfrm>
          <a:off x="518160" y="1763418"/>
          <a:ext cx="7254240" cy="5608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4193" tIns="0" rIns="274193" bIns="0" numCol="1" spcCol="1270" anchor="ctr" anchorCtr="0">
          <a:noAutofit/>
        </a:bodyPr>
        <a:lstStyle/>
        <a:p>
          <a:pPr lvl="0" algn="l" defTabSz="8445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900" kern="1200"/>
            <a:t>식품이력추척관리제</a:t>
          </a:r>
        </a:p>
      </dsp:txBody>
      <dsp:txXfrm>
        <a:off x="545540" y="1790798"/>
        <a:ext cx="7199480" cy="506120"/>
      </dsp:txXfrm>
    </dsp:sp>
    <dsp:sp modelId="{9EAEF304-75B3-4CEF-8EE0-3EBE02F24980}">
      <dsp:nvSpPr>
        <dsp:cNvPr id="0" name=""/>
        <dsp:cNvSpPr/>
      </dsp:nvSpPr>
      <dsp:spPr>
        <a:xfrm>
          <a:off x="0" y="2905698"/>
          <a:ext cx="10363200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BBD5DC-486C-4DF7-936A-618AC246718D}">
      <dsp:nvSpPr>
        <dsp:cNvPr id="0" name=""/>
        <dsp:cNvSpPr/>
      </dsp:nvSpPr>
      <dsp:spPr>
        <a:xfrm>
          <a:off x="518160" y="2625258"/>
          <a:ext cx="7254240" cy="5608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4193" tIns="0" rIns="274193" bIns="0" numCol="1" spcCol="1270" anchor="ctr" anchorCtr="0">
          <a:noAutofit/>
        </a:bodyPr>
        <a:lstStyle/>
        <a:p>
          <a:pPr lvl="0" algn="l" defTabSz="8445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900" kern="1200"/>
            <a:t>탄소성적표지 인증제</a:t>
          </a:r>
        </a:p>
      </dsp:txBody>
      <dsp:txXfrm>
        <a:off x="545540" y="2652638"/>
        <a:ext cx="7199480" cy="5061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08F0A926-0C17-4C1E-8D3F-C656593DD6B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1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0262A17-A039-4B47-82B3-F4421B11584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79484" y="1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B3E556-25C3-45C0-939C-9C07214C4C75}" type="datetimeFigureOut">
              <a:rPr lang="ko-KR" altLang="en-US" smtClean="0"/>
              <a:t>2020-11-04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DF91E14-5825-493C-B07F-27C7BCC3EAA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ko-KR" altLang="en-US" dirty="0"/>
              <a:t>초안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5512362-D48F-409D-8865-7595A47FFCE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75EF44-AD14-432A-9293-6F435262ED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9319496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ko-KR" altLang="en-US" smtClean="0"/>
              <a:t>초안</a:t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20E836-086E-4BF9-A492-8DEF7CBB6E2B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슬라이드 이미지 개체 틀 7">
            <a:extLst>
              <a:ext uri="{FF2B5EF4-FFF2-40B4-BE49-F238E27FC236}">
                <a16:creationId xmlns:a16="http://schemas.microsoft.com/office/drawing/2014/main" id="{26C79D6B-7A0E-49E6-B6CB-501038FC2F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9" name="슬라이드 노트 개체 틀 8">
            <a:extLst>
              <a:ext uri="{FF2B5EF4-FFF2-40B4-BE49-F238E27FC236}">
                <a16:creationId xmlns:a16="http://schemas.microsoft.com/office/drawing/2014/main" id="{9B0F9BA7-D943-43B6-B77B-164421F98C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300414"/>
            <a:ext cx="7315200" cy="2700337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07612041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7080E-C589-44BD-B0AE-A50ECDE0CBD6}" type="datetimeFigureOut">
              <a:rPr lang="ko-KR" altLang="en-US" smtClean="0"/>
              <a:t>2020-11-04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194B3-5CCB-42F8-8FEA-EEB349C478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948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지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D29E1D-C754-4F71-BB72-E3BDBC83A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E84C003-DD4D-4EF9-B2F4-1A940E088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7080E-C589-44BD-B0AE-A50ECDE0CBD6}" type="datetimeFigureOut">
              <a:rPr lang="ko-KR" altLang="en-US" smtClean="0"/>
              <a:t>2020-11-04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45564EB-9620-42D0-8BAC-CC9477353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517D1E2-EBC4-419D-96FB-755716076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194B3-5CCB-42F8-8FEA-EEB349C478D6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C45C939F-079E-4CA9-80A1-CCF87809D82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14400" y="2459038"/>
            <a:ext cx="5470525" cy="3122612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9" name="그림 개체 틀 8">
            <a:extLst>
              <a:ext uri="{FF2B5EF4-FFF2-40B4-BE49-F238E27FC236}">
                <a16:creationId xmlns:a16="http://schemas.microsoft.com/office/drawing/2014/main" id="{4A13631A-CF02-4604-A269-BAE319D0787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511924" y="2459038"/>
            <a:ext cx="4765675" cy="3122612"/>
          </a:xfrm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7724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7080E-C589-44BD-B0AE-A50ECDE0CBD6}" type="datetimeFigureOut">
              <a:rPr lang="ko-KR" altLang="en-US" smtClean="0"/>
              <a:t>2020-11-04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194B3-5CCB-42F8-8FEA-EEB349C478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87629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7080E-C589-44BD-B0AE-A50ECDE0CBD6}" type="datetimeFigureOut">
              <a:rPr lang="ko-KR" altLang="en-US" smtClean="0"/>
              <a:t>2020-11-04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194B3-5CCB-42F8-8FEA-EEB349C478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71523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7080E-C589-44BD-B0AE-A50ECDE0CBD6}" type="datetimeFigureOut">
              <a:rPr lang="ko-KR" altLang="en-US" smtClean="0"/>
              <a:t>2020-11-04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194B3-5CCB-42F8-8FEA-EEB349C478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5993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7080E-C589-44BD-B0AE-A50ECDE0CBD6}" type="datetimeFigureOut">
              <a:rPr lang="ko-KR" altLang="en-US" smtClean="0"/>
              <a:t>2020-11-04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194B3-5CCB-42F8-8FEA-EEB349C478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85411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7080E-C589-44BD-B0AE-A50ECDE0CBD6}" type="datetimeFigureOut">
              <a:rPr lang="ko-KR" altLang="en-US" smtClean="0"/>
              <a:t>2020-11-04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194B3-5CCB-42F8-8FEA-EEB349C478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0565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7080E-C589-44BD-B0AE-A50ECDE0CBD6}" type="datetimeFigureOut">
              <a:rPr lang="ko-KR" altLang="en-US" smtClean="0"/>
              <a:t>2020-11-04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194B3-5CCB-42F8-8FEA-EEB349C478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709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7080E-C589-44BD-B0AE-A50ECDE0CBD6}" type="datetimeFigureOut">
              <a:rPr lang="ko-KR" altLang="en-US" smtClean="0"/>
              <a:t>2020-11-04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194B3-5CCB-42F8-8FEA-EEB349C478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83963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7080E-C589-44BD-B0AE-A50ECDE0CBD6}" type="datetimeFigureOut">
              <a:rPr lang="ko-KR" altLang="en-US" smtClean="0"/>
              <a:t>2020-11-04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194B3-5CCB-42F8-8FEA-EEB349C478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9863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파노라마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7080E-C589-44BD-B0AE-A50ECDE0CBD6}" type="datetimeFigureOut">
              <a:rPr lang="ko-KR" altLang="en-US" smtClean="0"/>
              <a:t>2020-11-04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194B3-5CCB-42F8-8FEA-EEB349C478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64979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7080E-C589-44BD-B0AE-A50ECDE0CBD6}" type="datetimeFigureOut">
              <a:rPr lang="ko-KR" altLang="en-US" smtClean="0"/>
              <a:t>2020-11-04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194B3-5CCB-42F8-8FEA-EEB349C478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61145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7080E-C589-44BD-B0AE-A50ECDE0CBD6}" type="datetimeFigureOut">
              <a:rPr lang="ko-KR" altLang="en-US" smtClean="0"/>
              <a:t>2020-11-04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194B3-5CCB-42F8-8FEA-EEB349C478D6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963581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7080E-C589-44BD-B0AE-A50ECDE0CBD6}" type="datetimeFigureOut">
              <a:rPr lang="ko-KR" altLang="en-US" smtClean="0"/>
              <a:t>2020-11-04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194B3-5CCB-42F8-8FEA-EEB349C478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64190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7080E-C589-44BD-B0AE-A50ECDE0CBD6}" type="datetimeFigureOut">
              <a:rPr lang="ko-KR" altLang="en-US" smtClean="0"/>
              <a:t>2020-11-04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194B3-5CCB-42F8-8FEA-EEB349C478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02155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그림 열 3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7080E-C589-44BD-B0AE-A50ECDE0CBD6}" type="datetimeFigureOut">
              <a:rPr lang="ko-KR" altLang="en-US" smtClean="0"/>
              <a:t>2020-11-04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194B3-5CCB-42F8-8FEA-EEB349C478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6984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7080E-C589-44BD-B0AE-A50ECDE0CBD6}" type="datetimeFigureOut">
              <a:rPr lang="ko-KR" altLang="en-US" smtClean="0"/>
              <a:t>2020-11-04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194B3-5CCB-42F8-8FEA-EEB349C478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66119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7080E-C589-44BD-B0AE-A50ECDE0CBD6}" type="datetimeFigureOut">
              <a:rPr lang="ko-KR" altLang="en-US" smtClean="0"/>
              <a:t>2020-11-04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194B3-5CCB-42F8-8FEA-EEB349C478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0424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2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817080E-C589-44BD-B0AE-A50ECDE0CBD6}" type="datetimeFigureOut">
              <a:rPr lang="ko-KR" altLang="en-US" smtClean="0"/>
              <a:t>2020-11-04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0F194B3-5CCB-42F8-8FEA-EEB349C478D6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06A7C683-A782-4450-9BC5-E01234E23505}"/>
              </a:ext>
            </a:extLst>
          </p:cNvPr>
          <p:cNvPicPr>
            <a:picLocks noChangeAspect="1"/>
          </p:cNvPicPr>
          <p:nvPr userDrawn="1"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229" y="6340475"/>
            <a:ext cx="1434921" cy="317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7729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82" r:id="rId2"/>
    <p:sldLayoutId id="2147483866" r:id="rId3"/>
    <p:sldLayoutId id="2147483867" r:id="rId4"/>
    <p:sldLayoutId id="2147483868" r:id="rId5"/>
    <p:sldLayoutId id="2147483869" r:id="rId6"/>
    <p:sldLayoutId id="2147483870" r:id="rId7"/>
    <p:sldLayoutId id="2147483871" r:id="rId8"/>
    <p:sldLayoutId id="2147483872" r:id="rId9"/>
    <p:sldLayoutId id="2147483873" r:id="rId10"/>
    <p:sldLayoutId id="2147483874" r:id="rId11"/>
    <p:sldLayoutId id="2147483875" r:id="rId12"/>
    <p:sldLayoutId id="2147483876" r:id="rId13"/>
    <p:sldLayoutId id="2147483877" r:id="rId14"/>
    <p:sldLayoutId id="2147483878" r:id="rId15"/>
    <p:sldLayoutId id="2147483879" r:id="rId16"/>
    <p:sldLayoutId id="2147483880" r:id="rId17"/>
    <p:sldLayoutId id="2147483881" r:id="rId18"/>
  </p:sldLayoutIdLst>
  <p:txStyles>
    <p:titleStyle>
      <a:lvl1pPr algn="ctr" defTabSz="914400" rtl="0" eaLnBrk="1" latinLnBrk="1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20000"/>
        </a:lnSpc>
        <a:spcBef>
          <a:spcPts val="1000"/>
        </a:spcBef>
        <a:buClr>
          <a:schemeClr val="tx1"/>
        </a:buClr>
        <a:buFontTx/>
        <a:buBlip>
          <a:blip r:embed="rId22"/>
        </a:buBlip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800100" indent="-3429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Relationship Id="rId4" Type="http://schemas.openxmlformats.org/officeDocument/2006/relationships/hyperlink" Target="http://tigertonic.tistory.com/7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ickr.com/photos/7828283@N04/2550146678" TargetMode="External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B92284-4EF0-42BD-98DE-548B037567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안전한 먹거리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E4A6D02-DB59-4C7F-A81A-32544991629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위험방지를 위한 예방적 식품안전관리 체계</a:t>
            </a:r>
          </a:p>
        </p:txBody>
      </p:sp>
    </p:spTree>
    <p:extLst>
      <p:ext uri="{BB962C8B-B14F-4D97-AF65-F5344CB8AC3E}">
        <p14:creationId xmlns:p14="http://schemas.microsoft.com/office/powerpoint/2010/main" val="14107762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267212-F0EE-4547-9A6D-7AF1A6420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식품첨가물의 역할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1386481-D56B-4CCC-ACD5-EB3A74BCB11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 err="1"/>
              <a:t>보존성</a:t>
            </a:r>
            <a:r>
              <a:rPr lang="ko-KR" altLang="en-US" dirty="0"/>
              <a:t> 향상 </a:t>
            </a:r>
            <a:r>
              <a:rPr lang="en-US" altLang="ko-KR" dirty="0"/>
              <a:t>- </a:t>
            </a:r>
            <a:r>
              <a:rPr lang="ko-KR" altLang="en-US" dirty="0"/>
              <a:t>산화방지제</a:t>
            </a:r>
            <a:endParaRPr lang="en-US" altLang="ko-KR" dirty="0"/>
          </a:p>
          <a:p>
            <a:r>
              <a:rPr lang="ko-KR" altLang="en-US" dirty="0"/>
              <a:t>품질유지 및 향상 </a:t>
            </a:r>
            <a:r>
              <a:rPr lang="en-US" altLang="ko-KR" dirty="0"/>
              <a:t>- </a:t>
            </a:r>
            <a:r>
              <a:rPr lang="ko-KR" altLang="en-US" dirty="0"/>
              <a:t>영양강화제와 </a:t>
            </a:r>
            <a:r>
              <a:rPr lang="ko-KR" altLang="en-US" dirty="0" err="1"/>
              <a:t>유화제</a:t>
            </a:r>
            <a:endParaRPr lang="en-US" altLang="ko-KR" dirty="0"/>
          </a:p>
          <a:p>
            <a:r>
              <a:rPr lang="ko-KR" altLang="en-US" dirty="0" err="1"/>
              <a:t>조직감</a:t>
            </a:r>
            <a:r>
              <a:rPr lang="ko-KR" altLang="en-US" dirty="0"/>
              <a:t> 부여 및 유지 </a:t>
            </a:r>
            <a:r>
              <a:rPr lang="en-US" altLang="ko-KR" dirty="0"/>
              <a:t>- </a:t>
            </a:r>
            <a:r>
              <a:rPr lang="ko-KR" altLang="en-US" dirty="0"/>
              <a:t>맛</a:t>
            </a:r>
            <a:r>
              <a:rPr lang="en-US" altLang="ko-KR" dirty="0"/>
              <a:t>, </a:t>
            </a:r>
            <a:r>
              <a:rPr lang="ko-KR" altLang="en-US" dirty="0"/>
              <a:t>색깔</a:t>
            </a:r>
            <a:r>
              <a:rPr lang="en-US" altLang="ko-KR" dirty="0"/>
              <a:t> </a:t>
            </a:r>
            <a:r>
              <a:rPr lang="ko-KR" altLang="en-US" dirty="0"/>
              <a:t>향상</a:t>
            </a:r>
            <a:endParaRPr lang="en-US" altLang="ko-KR" dirty="0"/>
          </a:p>
          <a:p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00A6930-342C-4FD8-BEEC-3FA9C25DD24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185" b="91789" l="18750" r="85254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="" xmlns:a1611="http://schemas.microsoft.com/office/drawing/2016/11/main" r:id="rId4"/>
              </a:ext>
            </a:extLst>
          </a:blip>
          <a:srcRect l="12871" t="7798" r="11138"/>
          <a:stretch/>
        </p:blipFill>
        <p:spPr>
          <a:xfrm>
            <a:off x="7357122" y="2918414"/>
            <a:ext cx="4678680" cy="378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530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BA4C51-1BEB-428F-A8B4-F233B8507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농산물 인증 마크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5DD98AB6-BB42-4408-8EFE-AAD2BB23FA5B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50422098"/>
              </p:ext>
            </p:extLst>
          </p:nvPr>
        </p:nvGraphicFramePr>
        <p:xfrm>
          <a:off x="914400" y="2366963"/>
          <a:ext cx="10363200" cy="34242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628534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2317A391-212C-4B08-83D9-A38498C3B9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=""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156021" y="944467"/>
            <a:ext cx="7879958" cy="526381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FD1C8E5-744C-4F52-B4CF-C171B61EADC7}"/>
              </a:ext>
            </a:extLst>
          </p:cNvPr>
          <p:cNvSpPr txBox="1"/>
          <p:nvPr/>
        </p:nvSpPr>
        <p:spPr>
          <a:xfrm rot="20167013">
            <a:off x="959371" y="1091534"/>
            <a:ext cx="470691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400" dirty="0"/>
              <a:t>안전한 먹거리를 </a:t>
            </a:r>
            <a:r>
              <a:rPr lang="en-US" altLang="ko-KR" sz="4400" dirty="0"/>
              <a:t/>
            </a:r>
            <a:br>
              <a:rPr lang="en-US" altLang="ko-KR" sz="4400" dirty="0"/>
            </a:br>
            <a:r>
              <a:rPr lang="ko-KR" altLang="en-US" sz="4400" dirty="0"/>
              <a:t>제공하겠습니다</a:t>
            </a:r>
            <a:r>
              <a:rPr lang="en-US" altLang="ko-KR" sz="4400" dirty="0"/>
              <a:t>!</a:t>
            </a:r>
            <a:endParaRPr lang="ko-KR" altLang="en-US" sz="4400" dirty="0"/>
          </a:p>
        </p:txBody>
      </p:sp>
    </p:spTree>
    <p:extLst>
      <p:ext uri="{BB962C8B-B14F-4D97-AF65-F5344CB8AC3E}">
        <p14:creationId xmlns:p14="http://schemas.microsoft.com/office/powerpoint/2010/main" val="30976070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A8A439-FBA1-416F-B6A6-6983CDB9B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j-ea"/>
              </a:rPr>
              <a:t>HACCP</a:t>
            </a:r>
            <a:r>
              <a:rPr lang="ko-KR" altLang="en-US" dirty="0">
                <a:latin typeface="+mj-ea"/>
              </a:rPr>
              <a:t>이란</a:t>
            </a:r>
            <a:r>
              <a:rPr lang="en-US" altLang="ko-KR" dirty="0">
                <a:latin typeface="+mj-ea"/>
              </a:rPr>
              <a:t>?</a:t>
            </a:r>
            <a:endParaRPr lang="ko-KR" altLang="en-US" dirty="0">
              <a:latin typeface="+mj-ea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5414ADD-0A07-46CD-939D-323FCBBC848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 err="1"/>
              <a:t>해썹</a:t>
            </a:r>
            <a:r>
              <a:rPr lang="en-US" altLang="ko-KR" dirty="0"/>
              <a:t>(HACCP) </a:t>
            </a:r>
            <a:r>
              <a:rPr lang="ko-KR" altLang="en-US" dirty="0"/>
              <a:t>제도는 식품을 만드는 과정에서 생물학적</a:t>
            </a:r>
            <a:r>
              <a:rPr lang="en-US" altLang="ko-KR" dirty="0"/>
              <a:t>, </a:t>
            </a:r>
            <a:r>
              <a:rPr lang="ko-KR" altLang="en-US" dirty="0"/>
              <a:t>화학적</a:t>
            </a:r>
            <a:r>
              <a:rPr lang="en-US" altLang="ko-KR" dirty="0"/>
              <a:t>, </a:t>
            </a:r>
            <a:r>
              <a:rPr lang="ko-KR" altLang="en-US" dirty="0"/>
              <a:t>물리적 위해요인들이 발생할 수 있는 상황을 과학적으로 분석하고 사전에 위해요인의 발생여건들을 차단하여 소비자에게 안전하고 깨끗한 제품을 공급하기 위한 안전관리인증기관이라 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A0DB3006-00A1-4096-8FFD-26B42C427D09}"/>
              </a:ext>
            </a:extLst>
          </p:cNvPr>
          <p:cNvSpPr/>
          <p:nvPr/>
        </p:nvSpPr>
        <p:spPr>
          <a:xfrm>
            <a:off x="2606040" y="3871595"/>
            <a:ext cx="2621280" cy="2621280"/>
          </a:xfrm>
          <a:prstGeom prst="ellipse">
            <a:avLst/>
          </a:prstGeom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4400" dirty="0">
                <a:solidFill>
                  <a:schemeClr val="accent2"/>
                </a:solidFill>
              </a:rPr>
              <a:t>HA</a:t>
            </a:r>
          </a:p>
          <a:p>
            <a:pPr algn="ctr"/>
            <a:r>
              <a:rPr lang="ko-KR" altLang="en-US" sz="2000" dirty="0">
                <a:solidFill>
                  <a:schemeClr val="tx1"/>
                </a:solidFill>
              </a:rPr>
              <a:t>위해요소분석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E877A56A-F35E-44A3-94D5-AEA317DB2227}"/>
              </a:ext>
            </a:extLst>
          </p:cNvPr>
          <p:cNvSpPr/>
          <p:nvPr/>
        </p:nvSpPr>
        <p:spPr>
          <a:xfrm>
            <a:off x="6842760" y="3871595"/>
            <a:ext cx="2621280" cy="2621280"/>
          </a:xfrm>
          <a:prstGeom prst="ellipse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4400" dirty="0">
                <a:solidFill>
                  <a:schemeClr val="accent1"/>
                </a:solidFill>
              </a:rPr>
              <a:t>CCP</a:t>
            </a:r>
          </a:p>
          <a:p>
            <a:pPr algn="ctr"/>
            <a:r>
              <a:rPr lang="ko-KR" altLang="en-US" sz="2000" dirty="0">
                <a:solidFill>
                  <a:schemeClr val="tx1"/>
                </a:solidFill>
              </a:rPr>
              <a:t>중요관리점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138A79-56DD-474D-8815-C87203EC3749}"/>
              </a:ext>
            </a:extLst>
          </p:cNvPr>
          <p:cNvSpPr txBox="1"/>
          <p:nvPr/>
        </p:nvSpPr>
        <p:spPr>
          <a:xfrm>
            <a:off x="5699760" y="4797514"/>
            <a:ext cx="6705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/>
              <a:t>+</a:t>
            </a:r>
            <a:endParaRPr lang="ko-KR" altLang="en-US" sz="4400" dirty="0"/>
          </a:p>
        </p:txBody>
      </p:sp>
    </p:spTree>
    <p:extLst>
      <p:ext uri="{BB962C8B-B14F-4D97-AF65-F5344CB8AC3E}">
        <p14:creationId xmlns:p14="http://schemas.microsoft.com/office/powerpoint/2010/main" val="2505823062"/>
      </p:ext>
    </p:extLst>
  </p:cSld>
  <p:clrMapOvr>
    <a:masterClrMapping/>
  </p:clrMapOvr>
</p:sld>
</file>

<file path=ppt/theme/theme1.xml><?xml version="1.0" encoding="utf-8"?>
<a:theme xmlns:a="http://schemas.openxmlformats.org/drawingml/2006/main" name="물방울">
  <a:themeElements>
    <a:clrScheme name="물방울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물방울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물방울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물방울</Template>
  <TotalTime>2057</TotalTime>
  <Words>83</Words>
  <Application>Microsoft Office PowerPoint</Application>
  <PresentationFormat>와이드스크린</PresentationFormat>
  <Paragraphs>19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9" baseType="lpstr">
      <vt:lpstr>맑은 고딕</vt:lpstr>
      <vt:lpstr>Arial</vt:lpstr>
      <vt:lpstr>Tw Cen MT</vt:lpstr>
      <vt:lpstr>물방울</vt:lpstr>
      <vt:lpstr>안전한 먹거리</vt:lpstr>
      <vt:lpstr>식품첨가물의 역할</vt:lpstr>
      <vt:lpstr>농산물 인증 마크</vt:lpstr>
      <vt:lpstr>PowerPoint 프레젠테이션</vt:lpstr>
      <vt:lpstr>HACCP이란?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안전한 먹거리</dc:title>
  <dc:creator>정동임</dc:creator>
  <cp:lastModifiedBy>mj</cp:lastModifiedBy>
  <cp:revision>31</cp:revision>
  <dcterms:created xsi:type="dcterms:W3CDTF">2018-02-01T03:14:18Z</dcterms:created>
  <dcterms:modified xsi:type="dcterms:W3CDTF">2020-11-04T05:22:06Z</dcterms:modified>
</cp:coreProperties>
</file>