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단행본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31-4EA6-B85B-669E2D067D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학위논문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31-4EA6-B85B-669E2D067D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학술지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31-4EA6-B85B-669E2D067D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인터넷자원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31-4EA6-B85B-669E2D067D8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외국법률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31-4EA6-B85B-669E2D067D8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참고DB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B31-4EA6-B85B-669E2D067D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454589392"/>
        <c:axId val="1453022208"/>
        <c:axId val="0"/>
      </c:bar3DChart>
      <c:catAx>
        <c:axId val="1454589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3022208"/>
        <c:crosses val="autoZero"/>
        <c:auto val="1"/>
        <c:lblAlgn val="ctr"/>
        <c:lblOffset val="100"/>
        <c:noMultiLvlLbl val="0"/>
      </c:catAx>
      <c:valAx>
        <c:axId val="1453022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4589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841222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2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50140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8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17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5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1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025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56999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6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54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50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3B1DB-4223-4641-A85A-388568A01B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국회 도서관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83C59C-2789-41A4-A282-479179D23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+mj-lt"/>
                <a:ea typeface="굴림"/>
              </a:rPr>
              <a:t>National Assembly Library</a:t>
            </a:r>
            <a:endParaRPr lang="ko-KR" altLang="en-US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+mj-lt"/>
              <a:ea typeface="굴림"/>
            </a:endParaRPr>
          </a:p>
          <a:p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957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737DB-B336-49DC-B902-6B08F4A2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D2ABCA-8CD7-4A0B-A2D1-220056BEC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국회 도서관 소개</a:t>
            </a:r>
          </a:p>
          <a:p>
            <a:r>
              <a:rPr lang="ko-KR" altLang="en-US" dirty="0">
                <a:latin typeface="+mn-ea"/>
              </a:rPr>
              <a:t>국회 도서관 이용 방법</a:t>
            </a:r>
          </a:p>
          <a:p>
            <a:r>
              <a:rPr lang="ko-KR" altLang="en-US" dirty="0">
                <a:latin typeface="+mn-ea"/>
              </a:rPr>
              <a:t>소장 데이터베이스 현황</a:t>
            </a:r>
          </a:p>
          <a:p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828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850C7-28D2-4C98-B9AF-C53566C1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국회 도서관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DCDE6B-8598-4F36-8BAE-96412909C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최고의 입법정보와 지식서비스를 제공하는 기관으로 입법지원기관에 필요한 정보를 제공하고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지방자치단체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공공기관 및 국민에 대한 지식과 정보를 제공하는 기관임</a:t>
            </a:r>
          </a:p>
          <a:p>
            <a:r>
              <a:rPr lang="ko-KR" altLang="en-US" dirty="0">
                <a:latin typeface="+mn-ea"/>
              </a:rPr>
              <a:t>국회도서관은 양질의 정보를 얻을 수 있도록 접근 방법을 다양화함</a:t>
            </a:r>
          </a:p>
        </p:txBody>
      </p:sp>
    </p:spTree>
    <p:extLst>
      <p:ext uri="{BB962C8B-B14F-4D97-AF65-F5344CB8AC3E}">
        <p14:creationId xmlns:p14="http://schemas.microsoft.com/office/powerpoint/2010/main" val="356669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23310-ACD0-450C-93FA-E88D6D134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국회 도서관 이용 방법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9C34C5D-A8E2-4B90-BE1C-5047D1E3E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118566"/>
              </p:ext>
            </p:extLst>
          </p:nvPr>
        </p:nvGraphicFramePr>
        <p:xfrm>
          <a:off x="1371600" y="2286000"/>
          <a:ext cx="9601200" cy="3150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12262188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8724324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65410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열람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이용</a:t>
                      </a:r>
                      <a:r>
                        <a:rPr lang="ko-KR" altLang="en-US" sz="1800" baseline="0" dirty="0">
                          <a:latin typeface="+mn-ea"/>
                          <a:ea typeface="+mn-ea"/>
                        </a:rPr>
                        <a:t> 시간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휴관일 안내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244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52450" marR="0" lvl="0" indent="-55245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전직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현직 국회의원 및</a:t>
                      </a:r>
                    </a:p>
                    <a:p>
                      <a:pPr marL="552450" marR="0" lvl="0" indent="-55245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국회소속 공무원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월요일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금요일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09:00-18:00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현충일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65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대학생 및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세 이상인 자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 휴관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570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평생열람증 및 명예열람증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장기열람증 소지자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토요일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일요일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09:00-17:00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26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 휴관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390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도서관 이용이 필요하다고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국회도서관장이 인정한 자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 휴관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38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04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DF1F9-1F89-461D-A750-CF900B99C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소장 데이터베이스 현황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66865F11-8DE7-426C-B624-736711A3F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707105"/>
              </p:ext>
            </p:extLst>
          </p:nvPr>
        </p:nvGraphicFramePr>
        <p:xfrm>
          <a:off x="2963917" y="1428750"/>
          <a:ext cx="7299435" cy="5013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3856652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18</TotalTime>
  <Words>125</Words>
  <Application>Microsoft Office PowerPoint</Application>
  <PresentationFormat>와이드스크린</PresentationFormat>
  <Paragraphs>32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굴림</vt:lpstr>
      <vt:lpstr>돋움</vt:lpstr>
      <vt:lpstr>Franklin Gothic Book</vt:lpstr>
      <vt:lpstr>자르기</vt:lpstr>
      <vt:lpstr>국회 도서관</vt:lpstr>
      <vt:lpstr>Contents</vt:lpstr>
      <vt:lpstr>국회 도서관 소개</vt:lpstr>
      <vt:lpstr>국회 도서관 이용 방법</vt:lpstr>
      <vt:lpstr>소장 데이터베이스 현황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국회 도서관</dc:title>
  <dc:creator>정동임</dc:creator>
  <cp:lastModifiedBy>정동임</cp:lastModifiedBy>
  <cp:revision>3</cp:revision>
  <dcterms:created xsi:type="dcterms:W3CDTF">2018-02-13T15:50:57Z</dcterms:created>
  <dcterms:modified xsi:type="dcterms:W3CDTF">2018-02-13T16:09:10Z</dcterms:modified>
</cp:coreProperties>
</file>